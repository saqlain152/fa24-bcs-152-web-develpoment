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dirty="0"/>
              <a:t>Advance Data Base Systems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C7FB-8F77-4338-F6B9-2ACF85B8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90E5A6-9260-7588-B5EA-6BF178FD6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286603"/>
            <a:ext cx="10058400" cy="590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BBE9-AEA1-F00B-800B-E6150785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EA7854-ADB5-E9BE-8230-70477A1DC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86604"/>
            <a:ext cx="10058399" cy="558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9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A327-2BF6-4E68-3737-CC06A8B0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60D2E-AF75-F8CB-7A0C-3DAB48894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48CC0-BD82-926E-37F2-3AEE3B131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0"/>
            <a:ext cx="10119360" cy="586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3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EEF9-FF1B-00A8-BCB0-D82C53B5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NoSQL Database?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23E23-C5D3-75BA-D130-4C1F3282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0C895-E9CB-907F-8455-55DC270BB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108201"/>
            <a:ext cx="10058399" cy="376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6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C05D8B4-6A4B-7E6A-F2AA-D527633843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97749" y="2668436"/>
            <a:ext cx="8122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Ability to grow (users, data, load) efficiently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Flexibility: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Ability to change (schema, features, data types) easily</a:t>
            </a:r>
          </a:p>
        </p:txBody>
      </p:sp>
    </p:spTree>
    <p:extLst>
      <p:ext uri="{BB962C8B-B14F-4D97-AF65-F5344CB8AC3E}">
        <p14:creationId xmlns:p14="http://schemas.microsoft.com/office/powerpoint/2010/main" val="211970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E0F7-9A38-CCF6-A5AD-0D3A20C6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4BB74-419C-D3A6-006C-CCDE23796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86604"/>
            <a:ext cx="10058400" cy="550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36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6C2B7-294C-31D2-B358-07D4DB95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84ADD-653A-793E-C0C4-30FC0EE7D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2D2DB-024A-BBAF-3354-FD81CAB34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3"/>
            <a:ext cx="10058400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6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997C-86B8-775E-8EB8-0DB27177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9084A4-6BE8-51DF-BFE2-1ECCF0973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1" y="286603"/>
            <a:ext cx="10241280" cy="536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05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F5DC-FB8B-7C88-BCCB-2A32AC2B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7B7720-E749-120F-AD0F-8E993ED93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86603"/>
            <a:ext cx="10058400" cy="425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5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6B9A3-E5A1-7A8C-4541-178A6EBE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79AEA-0010-F257-1E84-D7A8DA319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C4166-DB1D-A280-B3B4-453D66F9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86603"/>
            <a:ext cx="10119360" cy="56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63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699C-BC16-9E92-21D7-200B85DD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5D2B-CF44-2939-5924-00BBEF61C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59B04-88FA-4349-D9E8-9B75B643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2"/>
            <a:ext cx="10058400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81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8806-89E8-7BFA-D831-C9B56F34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40EE-8FD4-F314-E266-547591FFD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7DE03-78A9-D830-780E-7A1E95AE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4"/>
            <a:ext cx="10058399" cy="558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96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AB16-1942-5193-114C-0C125D85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A4CA-0F51-2A6E-ABE4-6B4AA61B9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5A802-1A0E-F691-27E9-760F5E8C5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3"/>
            <a:ext cx="10058400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79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9E7A-E71E-4AA3-F444-94ADF1DF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D26A7-84F0-1F24-3898-FBC303E90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59088-C562-D17D-029A-83AF6141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3"/>
            <a:ext cx="10058399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77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3146-4045-E9C1-4BDC-23AD36E0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74EE1-18A5-CEA0-1B83-69400F6A0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42C2F-C91C-2D96-E8CB-A15EEEE8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3"/>
            <a:ext cx="10058400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9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9308-61FE-D948-4D94-78EB9863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538D5-1FD6-F5E1-3683-1AEB8C7E2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89CBE-92D4-E369-80AB-6FDEB3996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3"/>
            <a:ext cx="10058400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47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4196-8145-D87C-9BA8-0220AC6E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A0123-7F76-5760-F47F-D1B60C6EC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1A5D7-2F66-35FA-BC41-6F0EC3104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2"/>
            <a:ext cx="10058400" cy="431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80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DA21C-83F8-60AF-B7B7-FCD2A967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2AF31-2CF3-3AD1-81A5-D25F1E854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FE5F3-80AB-E786-9553-6381E4F65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5069"/>
            <a:ext cx="10058400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57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61D6-E021-7A64-6FEA-DDBD38C83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BCC6-8F51-E1B0-FE73-7A7D75C58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22EB3-2E49-B4C0-B3B7-20FD62542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86602"/>
            <a:ext cx="10119360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53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CC68-9FD8-FE2F-3DEA-2F123249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E7F5F-2476-449E-733D-270D9588D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A6B79-6102-3A85-3F27-1E77FA51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86603"/>
            <a:ext cx="10119360" cy="55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9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3" y="1"/>
            <a:ext cx="4432300" cy="638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916954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{CAA0DBF5-CA38-4515-A190-4B17D9CF6211}TFf0a5ceae-4542-492d-822e-d65a94fb0e1e3b562c5a_win32-009a0557e699</Template>
  <TotalTime>1867</TotalTime>
  <Words>38</Words>
  <Application>Microsoft Office PowerPoint</Application>
  <PresentationFormat>Widescreen</PresentationFormat>
  <Paragraphs>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Bookman Old Style</vt:lpstr>
      <vt:lpstr>Calibri</vt:lpstr>
      <vt:lpstr>Franklin Gothic Book</vt:lpstr>
      <vt:lpstr>Custom</vt:lpstr>
      <vt:lpstr>Advance Data Base Systems</vt:lpstr>
      <vt:lpstr>PowerPoint Presentation</vt:lpstr>
      <vt:lpstr>PowerPoint Presentation</vt:lpstr>
      <vt:lpstr>PowerPoint Presentation</vt:lpstr>
      <vt:lpstr>What is a NoSQL Database?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 Data Base Systems</dc:title>
  <dc:creator>Muhammad Inaam ul haq</dc:creator>
  <cp:lastModifiedBy>OTS</cp:lastModifiedBy>
  <cp:revision>21</cp:revision>
  <dcterms:created xsi:type="dcterms:W3CDTF">2026-01-31T19:03:00Z</dcterms:created>
  <dcterms:modified xsi:type="dcterms:W3CDTF">2026-09-14T07:40:09Z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